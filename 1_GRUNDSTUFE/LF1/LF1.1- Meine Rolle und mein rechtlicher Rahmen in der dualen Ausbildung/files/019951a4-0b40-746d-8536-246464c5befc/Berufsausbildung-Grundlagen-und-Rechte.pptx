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Host Grotesk Medium"/>
      <p:regular r:id="rId15"/>
    </p:embeddedFon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Berufsausbildung: Grundlagen und Rechte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 umfassende Übersicht über die wichtigsten Aspekte der beruflichen Ausbildung in Deutschland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829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Grundlagen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40643"/>
            <a:ext cx="36647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Schriftlicher Vertrag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65496"/>
            <a:ext cx="31958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Schriftlicher Vertrag zwischen Auszubildendem &amp; Betrieb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40643"/>
            <a:ext cx="3664863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Regelungen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65496"/>
            <a:ext cx="31959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Regelt: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Dauer, Ausbildungsinhalte, Vergütung, Arbeitszeiten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47228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6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Probezeit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7208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Probezeit: max. 4 Monate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Pflichten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Auszubildender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718923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Lernen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38380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Sorgfalt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57838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Betriebsordnung einhalten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Ausbilder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Anleitung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132546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Fürsorge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232446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Kündigungsmöglichkeiten während Probezeit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21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Arbeitsrecht – Schutz der Arbeitnehmer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9840"/>
            <a:ext cx="3664744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710" y="3479840"/>
            <a:ext cx="121920" cy="1223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3737134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Arbeitszeiten, Urlaub, Kündigungsschutz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10171748" y="3479840"/>
            <a:ext cx="3664863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268" y="3479840"/>
            <a:ext cx="121920" cy="12232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20482" y="3737134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Rechte &amp; Pflichten im Arbeitsverhältnis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4929902"/>
            <a:ext cx="3664744" cy="1577578"/>
          </a:xfrm>
          <a:prstGeom prst="roundRect">
            <a:avLst>
              <a:gd name="adj" fmla="val 9274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4929902"/>
            <a:ext cx="121920" cy="15775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28924" y="5187196"/>
            <a:ext cx="30587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Grundlage: Arbeitsgesetz, Tarifverträge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8783"/>
            <a:ext cx="6857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Mitbestimmung im Betrieb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73772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87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Betriebsrat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362801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Betriebsrat: Interessenvertretung der Beschäftigten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15659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429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4781669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Jugend- und Auszubildendenvertretung (JAV)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57545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710118"/>
            <a:ext cx="3067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Betriebsvereinbarungen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6200537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Betriebsvereinbarungen ergänzen gesetzliche Regelungen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1711"/>
            <a:ext cx="7189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Aufbau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Kombination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018609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Kombination: Betrieb + Berufsschule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288161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Praxis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88161" y="6018609"/>
            <a:ext cx="393334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Praxis: Arbeit im Betrieb → praktische Fertigkeiten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82532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Theorie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82532" y="6018609"/>
            <a:ext cx="4069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Theorie: Berufsschule → fachliche Grundlagen &amp; Allgemeinbildung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0163"/>
            <a:ext cx="7318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Vorteile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365700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90" y="3805833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Praxisnah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Praxisnah, direkte Anwendung im Betrieb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396" y="365700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62" y="3805833"/>
            <a:ext cx="306110" cy="3826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Abschluss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5054679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Abschluss nach IHK/Land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568" y="365700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734" y="3805833"/>
            <a:ext cx="306110" cy="38266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Jobchancen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Gute Jobchancen &amp; Berufsorientierung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 &amp; lebenslanges Lernen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Absicherung gegen Risiken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13089"/>
            <a:ext cx="35015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Krankenversicherung, Rentenversicherung, Arbeitslosenversicherung, Pflegeversicherung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53031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Grundlage: Sozialgesetzbuch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Lebenslanges Lernen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Kontinuierliche Weiterbildung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Kurse, Schulungen, Online-Lernen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72708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Ziel: berufliche Flexibilität &amp; Sicherheit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2025-09-15T16:47:41Z</dcterms:created>
  <dcterms:modified xsi:type="dcterms:W3CDTF">2025-09-15T16:47:41Z</dcterms:modified>
</cp:coreProperties>
</file>