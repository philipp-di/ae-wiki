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Source Serif 4 Semi Bold"/>
      <p:regular r:id="rId12"/>
    </p:embeddedFont>
    <p:embeddedFont>
      <p:font typeface="Source Serif 4 Semi Bold"/>
      <p:regular r:id="rId13"/>
    </p:embeddedFont>
    <p:embeddedFont>
      <p:font typeface="Source Serif 4 Semi Bold"/>
      <p:regular r:id="rId14"/>
    </p:embeddedFont>
    <p:embeddedFont>
      <p:font typeface="Source Serif 4 Semi Bold"/>
      <p:regular r:id="rId15"/>
    </p:embeddedFont>
    <p:embeddedFont>
      <p:font typeface="Source Sans 3"/>
      <p:regular r:id="rId16"/>
    </p:embeddedFont>
    <p:embeddedFont>
      <p:font typeface="Source Sans 3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03978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Jugendarbeitsschutz und Mitbestimmung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8067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Rechtliche Grundlagen für Arbeitgeber, Betriebsräte und JAV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3001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Arbeitszeiten nach Jugendarbeitsschutzgesetz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97016"/>
            <a:ext cx="7468553" cy="1372433"/>
          </a:xfrm>
          <a:prstGeom prst="roundRect">
            <a:avLst>
              <a:gd name="adj" fmla="val 73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4659" y="30439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Tägliche Arbeitszeit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84659" y="3539490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Maximal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 Stunden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 Tag für Jugendliche unter 18 Jahren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4408765"/>
            <a:ext cx="7468553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4659" y="46557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Erlaubte Zeiten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84659" y="5151239"/>
            <a:ext cx="69746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Grundsätzlich zwischen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06:00 - 20:00 Uhr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mit branchenspezifischen Ausnahmen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37724" y="643342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 Jugendarbeitsschutzgesetz schützt die Gesundheit und Entwicklung junger Arbeitnehmer durch klare zeitliche Grenzen.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87354"/>
            <a:ext cx="873525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Pausenregelungen im Überblick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89659"/>
            <a:ext cx="4555212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Jugendliche (unter 18 Jahre)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37724" y="3681174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5559" y="37634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4,5 - 6 Stunden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15559" y="4354711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Mindestens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 Minuten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Pause erforderlich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521648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5559" y="52987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Mehr als 6 Stunden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15559" y="5890022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Mindestens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60 Minuten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Pause erforderlich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2989659"/>
            <a:ext cx="4103132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Erwachsene (ab 18 Jahre)</a:t>
            </a:r>
            <a:endParaRPr lang="en-US" sz="2650" dirty="0"/>
          </a:p>
        </p:txBody>
      </p:sp>
      <p:sp>
        <p:nvSpPr>
          <p:cNvPr id="11" name="Shape 9"/>
          <p:cNvSpPr/>
          <p:nvPr/>
        </p:nvSpPr>
        <p:spPr>
          <a:xfrm>
            <a:off x="7614761" y="3681174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2597" y="37634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6 - 9 Stunden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92597" y="4354711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Mindestens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 Minuten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Pflichtpause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614761" y="521648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2597" y="52987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Mehr als 9 Stunden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2597" y="5890022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Mindestens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45 Minuten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Pflichtpause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0404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Urlaubsanspruch nach §19 JArbSchG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790706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30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6324124" y="387965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Werktage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24124" y="4375190"/>
            <a:ext cx="2290048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Jugendliche </a:t>
            </a:r>
            <a:pPr algn="ctr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unter 16 Jahren</a:t>
            </a:r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haben Anspruch auf 30 Werktage Jahresurlaub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913376" y="2790706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27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8913376" y="387965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Werktage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13376" y="437519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Jugendliche </a:t>
            </a:r>
            <a:pPr algn="ctr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unter 17 Jahren</a:t>
            </a:r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erhalten 27 Werktage pro Jahr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502628" y="2790706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25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11502628" y="387965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Werktage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2628" y="4375190"/>
            <a:ext cx="22900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Jugendliche </a:t>
            </a:r>
            <a:pPr algn="ctr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unter 18 Jahren</a:t>
            </a:r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haben mindestens 25 Werktage Urlaub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24124" y="655951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 Urlaubsanspruch sinkt mit dem Alter, bleibt aber über dem gesetzlichen Mindestanspruch für Erwachsene.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8188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Betriebsrat und JAV: Geteilte Verantwortung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2548890"/>
            <a:ext cx="1196816" cy="21232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60256" y="27882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Betriebsrat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60256" y="3283744"/>
            <a:ext cx="603242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Allgemeine Arbeitnehmervertretung mit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Mitbestimmungsrechten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bei der Einstellung von Auszubildenden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24" y="4672132"/>
            <a:ext cx="1196816" cy="17402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60256" y="49114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JAV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60256" y="5406985"/>
            <a:ext cx="60324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Spezifische Interessensvertretung für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Jugendliche und Auszubildende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mit besonderen Schutzrechten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324124" y="6681549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Beide Gremien arbeiten zusammen, um den besonderen Schutz und die Förderung junger Arbeitnehmer sicherzustellen.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2025-09-11T11:32:16Z</dcterms:created>
  <dcterms:modified xsi:type="dcterms:W3CDTF">2025-09-11T11:32:16Z</dcterms:modified>
</cp:coreProperties>
</file>